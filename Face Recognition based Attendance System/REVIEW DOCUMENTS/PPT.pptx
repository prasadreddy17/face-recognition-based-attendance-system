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6" r:id="rId5"/>
    <p:sldId id="259" r:id="rId6"/>
    <p:sldId id="267" r:id="rId7"/>
    <p:sldId id="268" r:id="rId8"/>
    <p:sldId id="260" r:id="rId9"/>
    <p:sldId id="269" r:id="rId10"/>
    <p:sldId id="270" r:id="rId11"/>
    <p:sldId id="261" r:id="rId12"/>
    <p:sldId id="271" r:id="rId13"/>
    <p:sldId id="272" r:id="rId14"/>
    <p:sldId id="273" r:id="rId15"/>
    <p:sldId id="262" r:id="rId16"/>
    <p:sldId id="263" r:id="rId17"/>
    <p:sldId id="26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6/2/2023</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6/2/2023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6/2/2023</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6/2/2023</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6/2/2023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6/2/2023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6/2/2023</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6/2/2023</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dirty="0"/>
              <a:t>Face Recognition based Attendance System using Machine Learning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sz="quarter" idx="1"/>
          </p:nvPr>
        </p:nvSpPr>
        <p:spPr/>
        <p:txBody>
          <a:bodyPr>
            <a:normAutofit lnSpcReduction="10000"/>
          </a:bodyPr>
          <a:lstStyle/>
          <a:p>
            <a:pPr algn="just"/>
            <a:r>
              <a:rPr lang="en-US" dirty="0"/>
              <a:t>The goal of this project is to create a new attendance system based on real-time facial recognition. This project aims to develop a face recognition-based attendance system using machine learning techniques. The proposed system utilizes Python programming language and </a:t>
            </a:r>
            <a:r>
              <a:rPr lang="en-US" dirty="0" err="1"/>
              <a:t>KNeighbors</a:t>
            </a:r>
            <a:r>
              <a:rPr lang="en-US" dirty="0"/>
              <a:t> Classifier algorithm for face recognition. The proposed system recognizes and encodes the unique traits of the faces in the database into a pattern image.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sz="quarter" idx="1"/>
          </p:nvPr>
        </p:nvSpPr>
        <p:spPr/>
        <p:txBody>
          <a:bodyPr/>
          <a:lstStyle/>
          <a:p>
            <a:pPr lvl="0" algn="just"/>
            <a:r>
              <a:rPr lang="en-US" dirty="0"/>
              <a:t>The existing system for attendance management involves manual methods where teachers call out students and mark their attendance accordingly. However, these traditional techniques are time-consuming and tedious for both teachers and students. Moreover, it leaves room for errors and inaccuracies in the attendance records due to various reasons such as illegible handwriting, incorrect marking, or proxy attendance. </a:t>
            </a:r>
            <a:endParaRPr lang="en-IN" dirty="0"/>
          </a:p>
          <a:p>
            <a:pPr algn="just"/>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In addition to the time-consuming and error-prone nature of the existing system also lacks real-time monitoring and tracking of attendance. This can lead to delays in identifying students who may have missed classes or arrived late. </a:t>
            </a:r>
            <a:endParaRPr lang="en-IN" dirty="0"/>
          </a:p>
          <a:p>
            <a:pPr lvl="0" algn="just"/>
            <a:r>
              <a:rPr lang="en-US" dirty="0"/>
              <a:t>Some of the existing system requires additional hardware for the attendance system.</a:t>
            </a:r>
            <a:endParaRPr lang="en-IN" dirty="0"/>
          </a:p>
          <a:p>
            <a:pPr algn="just"/>
            <a:endParaRPr lang="en-IN" dirty="0"/>
          </a:p>
        </p:txBody>
      </p:sp>
    </p:spTree>
    <p:extLst>
      <p:ext uri="{BB962C8B-B14F-4D97-AF65-F5344CB8AC3E}">
        <p14:creationId xmlns:p14="http://schemas.microsoft.com/office/powerpoint/2010/main" val="29355667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EXISTING SYSTEM</a:t>
            </a:r>
            <a:endParaRPr lang="en-US" dirty="0"/>
          </a:p>
        </p:txBody>
      </p:sp>
      <p:sp>
        <p:nvSpPr>
          <p:cNvPr id="3" name="Content Placeholder 2"/>
          <p:cNvSpPr>
            <a:spLocks noGrp="1"/>
          </p:cNvSpPr>
          <p:nvPr>
            <p:ph sz="quarter" idx="1"/>
          </p:nvPr>
        </p:nvSpPr>
        <p:spPr/>
        <p:txBody>
          <a:bodyPr/>
          <a:lstStyle/>
          <a:p>
            <a:pPr lvl="0" algn="just"/>
            <a:r>
              <a:rPr lang="en-US" dirty="0"/>
              <a:t>Time-consuming: The process of calling out students one by one and marking their attendance manually can be a time-consuming task, particularly in large classes.</a:t>
            </a:r>
            <a:endParaRPr lang="en-IN" dirty="0"/>
          </a:p>
          <a:p>
            <a:pPr lvl="0" algn="just"/>
            <a:r>
              <a:rPr lang="en-US" dirty="0"/>
              <a:t>Inaccurate: The traditional attendance system is prone to errors and inaccuracies due to various reasons such as illegible handwriting, incorrect marking, or proxy attendance.</a:t>
            </a:r>
            <a:endParaRPr lang="en-IN" dirty="0"/>
          </a:p>
          <a:p>
            <a:pPr algn="just"/>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Lack of real-time tracking: The traditional attendance system does not provide real-time monitoring and tracking of attendance, which can lead to delays in identifying students who may have missed classes or arrived late.</a:t>
            </a:r>
            <a:endParaRPr lang="en-IN" dirty="0"/>
          </a:p>
          <a:p>
            <a:pPr lvl="0" algn="just"/>
            <a:r>
              <a:rPr lang="en-US" dirty="0"/>
              <a:t>Difficult to manage: Managing attendance records manually can be a cumbersome task, particularly for teachers who have to deal with large class sizes.</a:t>
            </a:r>
            <a:endParaRPr lang="en-IN" dirty="0"/>
          </a:p>
          <a:p>
            <a:pPr algn="just"/>
            <a:endParaRPr lang="en-IN" dirty="0"/>
          </a:p>
        </p:txBody>
      </p:sp>
    </p:spTree>
    <p:extLst>
      <p:ext uri="{BB962C8B-B14F-4D97-AF65-F5344CB8AC3E}">
        <p14:creationId xmlns:p14="http://schemas.microsoft.com/office/powerpoint/2010/main" val="37166507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Lack of security: Paper-based attendance records can be misplaced or stolen, which can compromise the security and privacy of the attendance data.</a:t>
            </a:r>
            <a:endParaRPr lang="en-IN" dirty="0"/>
          </a:p>
          <a:p>
            <a:pPr lvl="0" algn="just"/>
            <a:r>
              <a:rPr lang="en-US" dirty="0"/>
              <a:t>Inefficient: The traditional attendance system does not provide an efficient way to manage attendance data and generate reports, which can lead to delays and errors in the attendance management process.</a:t>
            </a:r>
            <a:endParaRPr lang="en-IN" dirty="0"/>
          </a:p>
          <a:p>
            <a:pPr algn="just"/>
            <a:endParaRPr lang="en-IN" dirty="0"/>
          </a:p>
        </p:txBody>
      </p:sp>
    </p:spTree>
    <p:extLst>
      <p:ext uri="{BB962C8B-B14F-4D97-AF65-F5344CB8AC3E}">
        <p14:creationId xmlns:p14="http://schemas.microsoft.com/office/powerpoint/2010/main" val="30045588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p:txBody>
          <a:bodyPr/>
          <a:lstStyle/>
          <a:p>
            <a:pPr lvl="0" algn="just"/>
            <a:r>
              <a:rPr lang="en-US" dirty="0"/>
              <a:t>The proposed system is a face recognition-based attendance system using machine learning techniques. The system aims to automate the attendance management process by capturing facial images of individuals and verifying their identity using machine learning algorithm: </a:t>
            </a:r>
            <a:r>
              <a:rPr lang="en-US" dirty="0" err="1"/>
              <a:t>KNeighbors</a:t>
            </a:r>
            <a:r>
              <a:rPr lang="en-US" dirty="0"/>
              <a:t> Classifier.</a:t>
            </a:r>
            <a:endParaRPr lang="en-IN" dirty="0"/>
          </a:p>
          <a:p>
            <a:pPr algn="just"/>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algn="just"/>
            <a:r>
              <a:rPr lang="en-US" dirty="0"/>
              <a:t>The primary objective of the proposed system is to automate the attendance management process by capturing facial images of students and storing them in a database. The system is designed to accurately detect and recognize all facial features of each student, including their seating position and posture, ensuring that attendance is marked correctly. Unlike the traditional attendance system, where teachers need to manually call out and mark attendance, the proposed system records a video of the class and uses advanced processing techniques to detect and recognize the faces of students. </a:t>
            </a:r>
            <a:endParaRPr lang="en-IN" dirty="0"/>
          </a:p>
        </p:txBody>
      </p:sp>
    </p:spTree>
    <p:extLst>
      <p:ext uri="{BB962C8B-B14F-4D97-AF65-F5344CB8AC3E}">
        <p14:creationId xmlns:p14="http://schemas.microsoft.com/office/powerpoint/2010/main" val="14207752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algn="just"/>
            <a:r>
              <a:rPr lang="en-US" dirty="0"/>
              <a:t>Once the face of each student is recognized, the attendance database is automatically updated, eliminating the need for manual attendance marking. The proposed system provides a convenient and efficient way to manage attendance records, reducing the workload on teachers and ensuring accurate attendance data. The attendance is marked in the .</a:t>
            </a:r>
            <a:r>
              <a:rPr lang="en-US" dirty="0" err="1"/>
              <a:t>csv</a:t>
            </a:r>
            <a:r>
              <a:rPr lang="en-US" dirty="0"/>
              <a:t> file and stored with the details.</a:t>
            </a:r>
            <a:endParaRPr lang="en-IN" dirty="0"/>
          </a:p>
        </p:txBody>
      </p:sp>
    </p:spTree>
    <p:extLst>
      <p:ext uri="{BB962C8B-B14F-4D97-AF65-F5344CB8AC3E}">
        <p14:creationId xmlns:p14="http://schemas.microsoft.com/office/powerpoint/2010/main" val="16143667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PROPOSED SYSTEM</a:t>
            </a:r>
            <a:endParaRPr lang="en-US" dirty="0"/>
          </a:p>
        </p:txBody>
      </p:sp>
      <p:sp>
        <p:nvSpPr>
          <p:cNvPr id="3" name="Content Placeholder 2"/>
          <p:cNvSpPr>
            <a:spLocks noGrp="1"/>
          </p:cNvSpPr>
          <p:nvPr>
            <p:ph sz="quarter" idx="1"/>
          </p:nvPr>
        </p:nvSpPr>
        <p:spPr/>
        <p:txBody>
          <a:bodyPr/>
          <a:lstStyle/>
          <a:p>
            <a:pPr lvl="0" algn="just"/>
            <a:r>
              <a:rPr lang="en-US" dirty="0"/>
              <a:t>Accurate attendance marking: The proposed system uses advanced machine learning techniques and facial recognition technology to accurately mark attendance, eliminating errors and inaccuracies associated with manual marking.</a:t>
            </a:r>
            <a:endParaRPr lang="en-IN" dirty="0"/>
          </a:p>
          <a:p>
            <a:pPr lvl="0" algn="just"/>
            <a:r>
              <a:rPr lang="en-US" dirty="0"/>
              <a:t>Real-time tracking: The system provides real-time monitoring and tracking of attendance, allowing for immediate identification of students who may have missed classes or arrived late.</a:t>
            </a:r>
            <a:endParaRPr lang="en-IN" dirty="0"/>
          </a:p>
          <a:p>
            <a:pPr algn="just"/>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Time-saving: The proposed system automates the attendance management process, eliminating the need for teachers to manually call out and mark attendance, saving valuable classroom time. The Proposed system proved to be an efficient and robust device for taking attendance in a classroom without any time consumption and manual work. </a:t>
            </a:r>
            <a:endParaRPr lang="en-IN" dirty="0"/>
          </a:p>
          <a:p>
            <a:pPr lvl="0" algn="just"/>
            <a:r>
              <a:rPr lang="en-US" dirty="0"/>
              <a:t>Efficient: The proposed system provides an efficient way to manage attendance data and generate reports, reducing the workload on teachers and administrators. The proposed system developed is cost-efficient and need less installation.</a:t>
            </a:r>
            <a:endParaRPr lang="en-IN" dirty="0"/>
          </a:p>
          <a:p>
            <a:pPr algn="just"/>
            <a:endParaRPr lang="en-IN" dirty="0"/>
          </a:p>
        </p:txBody>
      </p:sp>
    </p:spTree>
    <p:extLst>
      <p:ext uri="{BB962C8B-B14F-4D97-AF65-F5344CB8AC3E}">
        <p14:creationId xmlns:p14="http://schemas.microsoft.com/office/powerpoint/2010/main" val="23623493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Secure: The proposed system uses advanced security features to ensure the privacy and security of attendance data, reducing the risk of data theft or loss.</a:t>
            </a:r>
            <a:endParaRPr lang="en-IN" dirty="0"/>
          </a:p>
          <a:p>
            <a:pPr lvl="0" algn="just"/>
            <a:r>
              <a:rPr lang="en-US" dirty="0"/>
              <a:t>Scalable: The proposed system is scalable and can handle large volumes of data, making it suitable for use in schools, colleges, and other educational institutions with large class sizes.</a:t>
            </a:r>
            <a:endParaRPr lang="en-IN" dirty="0"/>
          </a:p>
          <a:p>
            <a:pPr algn="just"/>
            <a:endParaRPr lang="en-IN" dirty="0"/>
          </a:p>
        </p:txBody>
      </p:sp>
    </p:spTree>
    <p:extLst>
      <p:ext uri="{BB962C8B-B14F-4D97-AF65-F5344CB8AC3E}">
        <p14:creationId xmlns:p14="http://schemas.microsoft.com/office/powerpoint/2010/main" val="73492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Convenient: The proposed system provides a convenient way for students to mark attendance, eliminating the need for manual marking and reducing the time spent on attendance management. The proposed system doesn’t require any additional Hardware.</a:t>
            </a:r>
            <a:endParaRPr lang="en-IN" dirty="0"/>
          </a:p>
          <a:p>
            <a:pPr algn="just"/>
            <a:endParaRPr lang="en-IN" dirty="0"/>
          </a:p>
        </p:txBody>
      </p:sp>
    </p:spTree>
    <p:extLst>
      <p:ext uri="{BB962C8B-B14F-4D97-AF65-F5344CB8AC3E}">
        <p14:creationId xmlns:p14="http://schemas.microsoft.com/office/powerpoint/2010/main" val="24477757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88" y="1976438"/>
            <a:ext cx="7362825"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REQUIREMENTS</a:t>
            </a:r>
            <a:endParaRPr lang="en-US" dirty="0"/>
          </a:p>
        </p:txBody>
      </p:sp>
      <p:sp>
        <p:nvSpPr>
          <p:cNvPr id="3" name="Content Placeholder 2"/>
          <p:cNvSpPr>
            <a:spLocks noGrp="1"/>
          </p:cNvSpPr>
          <p:nvPr>
            <p:ph sz="quarter" idx="1"/>
          </p:nvPr>
        </p:nvSpPr>
        <p:spPr/>
        <p:txBody>
          <a:bodyPr/>
          <a:lstStyle/>
          <a:p>
            <a:pPr lvl="0"/>
            <a:r>
              <a:rPr lang="en-GB" dirty="0"/>
              <a:t>System			: 	Pentium i3 Processor.</a:t>
            </a:r>
            <a:endParaRPr lang="en-IN" dirty="0"/>
          </a:p>
          <a:p>
            <a:pPr lvl="0"/>
            <a:r>
              <a:rPr lang="en-GB" dirty="0"/>
              <a:t>Hard Disk 		</a:t>
            </a:r>
            <a:r>
              <a:rPr lang="en-GB" dirty="0" smtClean="0"/>
              <a:t>: </a:t>
            </a:r>
            <a:r>
              <a:rPr lang="en-GB" dirty="0"/>
              <a:t>	500 GB.</a:t>
            </a:r>
            <a:endParaRPr lang="en-IN" dirty="0"/>
          </a:p>
          <a:p>
            <a:pPr lvl="0"/>
            <a:r>
              <a:rPr lang="en-GB" dirty="0"/>
              <a:t>Monitor			: 	15’’ LED</a:t>
            </a:r>
            <a:endParaRPr lang="en-IN" dirty="0"/>
          </a:p>
          <a:p>
            <a:pPr lvl="0"/>
            <a:r>
              <a:rPr lang="en-GB" dirty="0"/>
              <a:t>Input Devices		: 	Keyboard, Mouse</a:t>
            </a:r>
            <a:endParaRPr lang="en-IN" dirty="0"/>
          </a:p>
          <a:p>
            <a:pPr lvl="0"/>
            <a:r>
              <a:rPr lang="en-GB" dirty="0"/>
              <a:t>Ram			</a:t>
            </a:r>
            <a:r>
              <a:rPr lang="en-GB" dirty="0" smtClean="0"/>
              <a:t>:</a:t>
            </a:r>
            <a:r>
              <a:rPr lang="en-GB" dirty="0"/>
              <a:t>	4 GB</a:t>
            </a:r>
            <a:endParaRPr lang="en-IN" dirty="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a:t>
            </a:r>
            <a:endParaRPr lang="en-US" dirty="0"/>
          </a:p>
        </p:txBody>
      </p:sp>
      <p:sp>
        <p:nvSpPr>
          <p:cNvPr id="3" name="Content Placeholder 2"/>
          <p:cNvSpPr>
            <a:spLocks noGrp="1"/>
          </p:cNvSpPr>
          <p:nvPr>
            <p:ph sz="quarter" idx="1"/>
          </p:nvPr>
        </p:nvSpPr>
        <p:spPr/>
        <p:txBody>
          <a:bodyPr/>
          <a:lstStyle/>
          <a:p>
            <a:pPr lvl="0"/>
            <a:r>
              <a:rPr lang="en-US" dirty="0"/>
              <a:t>Operating system 		: 	Windows 10.</a:t>
            </a:r>
            <a:endParaRPr lang="en-IN" dirty="0"/>
          </a:p>
          <a:p>
            <a:pPr lvl="0"/>
            <a:r>
              <a:rPr lang="en-US" dirty="0"/>
              <a:t>Coding Language		:	Python</a:t>
            </a:r>
            <a:endParaRPr lang="en-IN" dirty="0"/>
          </a:p>
          <a:p>
            <a:pPr lvl="0"/>
            <a:r>
              <a:rPr lang="en-US" dirty="0"/>
              <a:t>Web Framework		:	Flask</a:t>
            </a:r>
            <a:endParaRPr lang="en-IN"/>
          </a:p>
          <a:p>
            <a:pPr marL="0" indent="0">
              <a:buNone/>
            </a:pP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8</TotalTime>
  <Words>839</Words>
  <Application>Microsoft Office PowerPoint</Application>
  <PresentationFormat>On-screen Show (4:3)</PresentationFormat>
  <Paragraphs>37</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Median</vt:lpstr>
      <vt:lpstr>Face Recognition based Attendance System using Machine Learning</vt:lpstr>
      <vt:lpstr>ABSTRACT</vt:lpstr>
      <vt:lpstr>EXISTING SYSTEM</vt:lpstr>
      <vt:lpstr>PowerPoint Presentation</vt:lpstr>
      <vt:lpstr>DISADVANTAGES OF EXISTING SYSTEM</vt:lpstr>
      <vt:lpstr>PowerPoint Presentation</vt:lpstr>
      <vt:lpstr>PowerPoint Presentation</vt:lpstr>
      <vt:lpstr>PROPOSED SYSTEM</vt:lpstr>
      <vt:lpstr>PowerPoint Presentation</vt:lpstr>
      <vt:lpstr>PowerPoint Presentation</vt:lpstr>
      <vt:lpstr>ADVANTAGES OF PROPOSED SYSTEM</vt:lpstr>
      <vt:lpstr>PowerPoint Presentation</vt:lpstr>
      <vt:lpstr>PowerPoint Presentation</vt:lpstr>
      <vt:lpstr>PowerPoint Presentation</vt:lpstr>
      <vt:lpstr>SYSTEM ARCHITECTURE</vt:lpstr>
      <vt:lpstr>HARDWARE REQUIREMENTS</vt:lpstr>
      <vt:lpstr>SOFTWARE REQUIREMENTS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JPINFOTECH</cp:lastModifiedBy>
  <cp:revision>24</cp:revision>
  <dcterms:created xsi:type="dcterms:W3CDTF">2006-08-16T00:00:00Z</dcterms:created>
  <dcterms:modified xsi:type="dcterms:W3CDTF">2023-06-02T08:03:22Z</dcterms:modified>
</cp:coreProperties>
</file>